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otes\pkuaiagent\deliverables\beamer\pptx_pag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2026-09-10T08:10:05Z</dcterms:created>
  <dcterms:modified xsi:type="dcterms:W3CDTF">2026-09-10T08:10:05Z</dcterms:modified>
</cp:coreProperties>
</file>